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2" r:id="rId6"/>
    <p:sldId id="260" r:id="rId7"/>
    <p:sldId id="261" r:id="rId8"/>
    <p:sldId id="263" r:id="rId9"/>
    <p:sldId id="264" r:id="rId10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EDF54BB-3F9F-A42C-E198-D4717F203BF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F261EC10-437C-DA9F-C812-B403FFF6FB0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63843A6-7691-2B4E-AAAC-7212D0228F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18593C-0D03-44D3-8A77-FF20CE22F5C4}" type="datetimeFigureOut">
              <a:rPr lang="ko-KR" altLang="en-US" smtClean="0"/>
              <a:t>2026-04-01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6156EF0-3BE6-6077-9F63-773B40BE36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B48C9B0-114E-0A24-C6B5-9ADF8C3C6E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B26E5C-7C17-4BAD-9397-65F7169583E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908271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7BE4E93-1489-7FE1-6D7F-F816EE6866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3A22DBF-7ADC-16FA-C417-0FF25303BA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8EA8773-161D-C67B-26C0-091EA9E3B7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18593C-0D03-44D3-8A77-FF20CE22F5C4}" type="datetimeFigureOut">
              <a:rPr lang="ko-KR" altLang="en-US" smtClean="0"/>
              <a:t>2026-04-01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4A0B1B0-7DCE-9F68-E2F2-8CB4721A1E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DD5C3C3-8EEE-86F3-5EED-CD06A73765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B26E5C-7C17-4BAD-9397-65F7169583E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024483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9AAE965-197D-7F92-7ED6-390A3352B8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B20C36E-E990-96FB-5158-796AEBD568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86120F9-A7F7-B8CC-D859-F3F5B8DE7B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18593C-0D03-44D3-8A77-FF20CE22F5C4}" type="datetimeFigureOut">
              <a:rPr lang="ko-KR" altLang="en-US" smtClean="0"/>
              <a:t>2026-04-01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4C9257A-D78E-B38A-055E-83E3F064F3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E048CBE-C1FE-8F69-046C-AD8DD85C74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B26E5C-7C17-4BAD-9397-65F7169583E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777862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2F330EA-6BDB-913E-18A3-99A4F5C0A7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1D19A59-E6E3-508A-7888-16B730B13D1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817E8F6-E602-E305-8B5F-25846CCCD46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453A0E2-4D43-18C5-6F36-165E0F11CF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18593C-0D03-44D3-8A77-FF20CE22F5C4}" type="datetimeFigureOut">
              <a:rPr lang="ko-KR" altLang="en-US" smtClean="0"/>
              <a:t>2026-04-01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BC6309F-6F8D-9D4E-DEA6-5BF49651D4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F6B5D04-3E66-E81A-1DE1-8B84EB8B66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B26E5C-7C17-4BAD-9397-65F7169583E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111313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10FF5BE-968E-CF0B-9622-61FD86B3F9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6704E89-8F87-4776-6BCA-85B9F218B9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4EF673F-8F82-C896-8A88-B59B990B16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E1ED792E-30B4-2859-619D-5EB6488C0D3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6F97CE4B-2991-7F8B-D101-EA7DDA80663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4E4A226A-6FA7-09BA-694C-F0B92CAED8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18593C-0D03-44D3-8A77-FF20CE22F5C4}" type="datetimeFigureOut">
              <a:rPr lang="ko-KR" altLang="en-US" smtClean="0"/>
              <a:t>2026-04-01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E92BFA95-FDE8-F219-D991-EB4EA4E703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FA050E8A-7AE1-5609-234F-1F2ABABB58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B26E5C-7C17-4BAD-9397-65F7169583E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602844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A1D6C89-54E4-3765-FD92-4360DD2E45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2822D2CB-0742-DD95-1CF6-DD9F72BD1D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18593C-0D03-44D3-8A77-FF20CE22F5C4}" type="datetimeFigureOut">
              <a:rPr lang="ko-KR" altLang="en-US" smtClean="0"/>
              <a:t>2026-04-01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EC3535F1-0177-2DF4-496D-A06BC80037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0E12F9A-CCFE-479E-09C4-A4C1BC0D36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B26E5C-7C17-4BAD-9397-65F7169583E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126842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DFF87AAA-BB70-EC78-7028-5A7EDBBE5A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18593C-0D03-44D3-8A77-FF20CE22F5C4}" type="datetimeFigureOut">
              <a:rPr lang="ko-KR" altLang="en-US" smtClean="0"/>
              <a:t>2026-04-01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1B8685D5-30F4-D8A6-A84A-127257E47E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F73E7DC-F65F-D077-B726-20F3FC0FD4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B26E5C-7C17-4BAD-9397-65F7169583E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600279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B949569-599A-BD12-560C-E13F3A399A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BA07BF3-A0BA-E00F-D093-59CAA6511D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1887796-93C3-0995-60F2-50659ADEAF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375D0CF-95AC-727D-BE9A-99F4690B87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18593C-0D03-44D3-8A77-FF20CE22F5C4}" type="datetimeFigureOut">
              <a:rPr lang="ko-KR" altLang="en-US" smtClean="0"/>
              <a:t>2026-04-01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D75D236-A783-4579-A291-E9F1584D85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47FA099-AAE3-E474-20BC-1EC56AAF3B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B26E5C-7C17-4BAD-9397-65F7169583E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410678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42F0EE6-858B-B24C-A59A-FACE4EB5DB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9D3BC3DC-9DEE-230C-0355-647F2B84729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7FA0C94-763E-7393-C16C-3B57F3FE4A9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489A951-4CA6-9F20-4CE8-311435008C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18593C-0D03-44D3-8A77-FF20CE22F5C4}" type="datetimeFigureOut">
              <a:rPr lang="ko-KR" altLang="en-US" smtClean="0"/>
              <a:t>2026-04-01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8750B9F-5635-D871-7AA9-1874EDF22D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316A9B9-9D50-BAF8-8A34-8875ABBAB7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B26E5C-7C17-4BAD-9397-65F7169583E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021259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C26C77B-DEE8-C175-786D-30C108C6AC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E7C3DF9-0B4F-EDDA-FB1C-343CB33D32E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AC1F95B-4F6C-BA99-7AA2-2405BDC00A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18593C-0D03-44D3-8A77-FF20CE22F5C4}" type="datetimeFigureOut">
              <a:rPr lang="ko-KR" altLang="en-US" smtClean="0"/>
              <a:t>2026-04-01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A2A2F79-3638-2147-D4F3-901CCA60A0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E5B0136-C0F2-DBAD-8E00-B7DDC9A38B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B26E5C-7C17-4BAD-9397-65F7169583E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889006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37D73ECE-4AF2-C76E-95F2-E211FC8875F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0ABE530B-D23F-2693-4234-6E7CAC95D2A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586190C-25BC-0AF7-9FB0-5478CE90D3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18593C-0D03-44D3-8A77-FF20CE22F5C4}" type="datetimeFigureOut">
              <a:rPr lang="ko-KR" altLang="en-US" smtClean="0"/>
              <a:t>2026-04-01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459C7C3-ACE6-FA97-0F03-C72DFE8123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4DA17C5-D461-B1EF-BF17-603580F87A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B26E5C-7C17-4BAD-9397-65F7169583E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275731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BB5CF83C-12BF-D8A3-95D8-D89761E980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EBEC1EF-7041-65CF-7E1C-EDC96F23CB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1F4B9A2-E74F-3D4D-FAF6-C8BB1354D39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18593C-0D03-44D3-8A77-FF20CE22F5C4}" type="datetimeFigureOut">
              <a:rPr lang="ko-KR" altLang="en-US" smtClean="0"/>
              <a:t>2026-04-01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E3DC0B8-AA4D-0AE5-C64C-1AD6240F82E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700A28B-DB77-934B-52B5-2498D1D9186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AB26E5C-7C17-4BAD-9397-65F7169583E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414584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0206248-38FD-00B9-9888-76A82AE825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762865"/>
            <a:ext cx="9144000" cy="747098"/>
          </a:xfrm>
        </p:spPr>
        <p:txBody>
          <a:bodyPr>
            <a:normAutofit/>
          </a:bodyPr>
          <a:lstStyle/>
          <a:p>
            <a:r>
              <a:rPr lang="ko-KR" altLang="en-US" sz="4000" dirty="0"/>
              <a:t>데이터 </a:t>
            </a:r>
            <a:r>
              <a:rPr lang="ko-KR" altLang="en-US" sz="4000" dirty="0" err="1"/>
              <a:t>전처리</a:t>
            </a:r>
            <a:r>
              <a:rPr lang="ko-KR" altLang="en-US" sz="4000" dirty="0"/>
              <a:t> 및 딥러닝 모델 적용</a:t>
            </a:r>
          </a:p>
        </p:txBody>
      </p:sp>
    </p:spTree>
    <p:extLst>
      <p:ext uri="{BB962C8B-B14F-4D97-AF65-F5344CB8AC3E}">
        <p14:creationId xmlns:p14="http://schemas.microsoft.com/office/powerpoint/2010/main" val="38078627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D4296CF-3B16-1B56-1E50-0CA2EF2A02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목차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79462BF-268D-9823-AF82-A5B81A4B48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ko-KR" altLang="en-US" dirty="0"/>
              <a:t>데이터 </a:t>
            </a:r>
            <a:r>
              <a:rPr lang="ko-KR" altLang="en-US" dirty="0" err="1"/>
              <a:t>전처리</a:t>
            </a:r>
            <a:endParaRPr lang="en-US" altLang="ko-KR" dirty="0"/>
          </a:p>
          <a:p>
            <a:pPr marL="0" indent="0">
              <a:buNone/>
            </a:pPr>
            <a:r>
              <a:rPr lang="ko-KR" altLang="en-US" dirty="0"/>
              <a:t>딥러닝 모델 적용</a:t>
            </a:r>
          </a:p>
        </p:txBody>
      </p:sp>
    </p:spTree>
    <p:extLst>
      <p:ext uri="{BB962C8B-B14F-4D97-AF65-F5344CB8AC3E}">
        <p14:creationId xmlns:p14="http://schemas.microsoft.com/office/powerpoint/2010/main" val="13728320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1F14E9E-3C71-F936-B4A0-4F8967A9C7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데이터 </a:t>
            </a:r>
            <a:r>
              <a:rPr lang="ko-KR" altLang="en-US" dirty="0" err="1"/>
              <a:t>전처리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EE6D4B3-DDA5-47F9-A824-8C4ADF556F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ko-KR" altLang="en-US" dirty="0"/>
              <a:t>데이터 확인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60D6FB5F-D55E-35EF-9950-716B8B0180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274945"/>
            <a:ext cx="3926520" cy="39020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52255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1D2EB8B-B8E8-0E8F-3E66-91B7A337A2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데이터 </a:t>
            </a:r>
            <a:r>
              <a:rPr lang="ko-KR" altLang="en-US" dirty="0" err="1"/>
              <a:t>전처리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EF1B4B0-663D-592B-96C7-53A80E7078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ko-KR" altLang="en-US" dirty="0"/>
              <a:t>데이터 확인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0EA8FDFC-708A-D632-8D40-DA538F9F327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5279"/>
          <a:stretch/>
        </p:blipFill>
        <p:spPr>
          <a:xfrm>
            <a:off x="757085" y="2752771"/>
            <a:ext cx="5073445" cy="3424192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E2B2FD68-90C0-0E78-FD6C-96C8FF4AE4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2752771"/>
            <a:ext cx="5562442" cy="35184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15102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EE98853-629C-4F52-E1DA-FE6AB60F98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데이터 </a:t>
            </a:r>
            <a:r>
              <a:rPr lang="ko-KR" altLang="en-US" dirty="0" err="1"/>
              <a:t>전처리</a:t>
            </a:r>
            <a:endParaRPr lang="ko-KR" altLang="en-US" dirty="0"/>
          </a:p>
        </p:txBody>
      </p:sp>
      <p:pic>
        <p:nvPicPr>
          <p:cNvPr id="9" name="내용 개체 틀 8">
            <a:extLst>
              <a:ext uri="{FF2B5EF4-FFF2-40B4-BE49-F238E27FC236}">
                <a16:creationId xmlns:a16="http://schemas.microsoft.com/office/drawing/2014/main" id="{89FCBB09-352C-1177-4309-7CDDD6D5E32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788795" y="1960562"/>
            <a:ext cx="5184684" cy="4351338"/>
          </a:xfrm>
        </p:spPr>
      </p:pic>
      <p:sp>
        <p:nvSpPr>
          <p:cNvPr id="10" name="내용 개체 틀 2">
            <a:extLst>
              <a:ext uri="{FF2B5EF4-FFF2-40B4-BE49-F238E27FC236}">
                <a16:creationId xmlns:a16="http://schemas.microsoft.com/office/drawing/2014/main" id="{57E57773-50C2-F590-BCF4-82AB1A2DFAE7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ko-KR" altLang="en-US"/>
              <a:t>데이터 확인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660588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4D87BF1-FB22-58A2-549F-41FA30118C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데이터 </a:t>
            </a:r>
            <a:r>
              <a:rPr lang="ko-KR" altLang="en-US" dirty="0" err="1"/>
              <a:t>전처리</a:t>
            </a:r>
            <a:endParaRPr lang="ko-KR" altLang="en-US" dirty="0"/>
          </a:p>
        </p:txBody>
      </p:sp>
      <p:pic>
        <p:nvPicPr>
          <p:cNvPr id="5" name="내용 개체 틀 4">
            <a:extLst>
              <a:ext uri="{FF2B5EF4-FFF2-40B4-BE49-F238E27FC236}">
                <a16:creationId xmlns:a16="http://schemas.microsoft.com/office/drawing/2014/main" id="{2368160B-FEF7-AC15-19A2-DC3CBBEB5D3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602048"/>
            <a:ext cx="4144359" cy="2971427"/>
          </a:xfr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9E76D059-0908-D905-5EDB-951FE6FCA2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93966" y="2251587"/>
            <a:ext cx="6580244" cy="3911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229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B236049-C73A-0013-3E72-FCE3D1969D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딥러닝 모델 적용하기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FB28A1A3-7161-D431-F3D6-EE048A790B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8340" y="1510378"/>
            <a:ext cx="4198984" cy="2362405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BE5D1B1C-DD14-1B6F-3690-1B71B113EF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8340" y="4113075"/>
            <a:ext cx="2994920" cy="1234547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10CCC1C5-9777-D915-54BB-CA787031158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8340" y="5691379"/>
            <a:ext cx="5502117" cy="548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01970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414A770-4557-DB87-E0EB-42769D288B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딥러닝 모델 적용하기</a:t>
            </a:r>
          </a:p>
        </p:txBody>
      </p:sp>
      <p:pic>
        <p:nvPicPr>
          <p:cNvPr id="5" name="내용 개체 틀 4">
            <a:extLst>
              <a:ext uri="{FF2B5EF4-FFF2-40B4-BE49-F238E27FC236}">
                <a16:creationId xmlns:a16="http://schemas.microsoft.com/office/drawing/2014/main" id="{99E849F9-B407-7C84-5D84-88604737EB3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r="59599"/>
          <a:stretch/>
        </p:blipFill>
        <p:spPr>
          <a:xfrm>
            <a:off x="749710" y="1779177"/>
            <a:ext cx="3281516" cy="2601927"/>
          </a:xfr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A1056844-C4CF-A254-62AE-0C69586585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2939" y="1765262"/>
            <a:ext cx="5655673" cy="30091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75454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59DF943-911A-DDB6-56D5-261A709F33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결과 확인</a:t>
            </a:r>
          </a:p>
        </p:txBody>
      </p:sp>
      <p:pic>
        <p:nvPicPr>
          <p:cNvPr id="5" name="내용 개체 틀 4">
            <a:extLst>
              <a:ext uri="{FF2B5EF4-FFF2-40B4-BE49-F238E27FC236}">
                <a16:creationId xmlns:a16="http://schemas.microsoft.com/office/drawing/2014/main" id="{EA3F1BB1-16E9-A820-89D2-2EB88EEA308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93059" y="1961834"/>
            <a:ext cx="5215971" cy="3232552"/>
          </a:xfrm>
        </p:spPr>
      </p:pic>
    </p:spTree>
    <p:extLst>
      <p:ext uri="{BB962C8B-B14F-4D97-AF65-F5344CB8AC3E}">
        <p14:creationId xmlns:p14="http://schemas.microsoft.com/office/powerpoint/2010/main" val="7400757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</TotalTime>
  <Words>34</Words>
  <Application>Microsoft Office PowerPoint</Application>
  <PresentationFormat>와이드스크린</PresentationFormat>
  <Paragraphs>14</Paragraphs>
  <Slides>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2" baseType="lpstr">
      <vt:lpstr>맑은 고딕</vt:lpstr>
      <vt:lpstr>Arial</vt:lpstr>
      <vt:lpstr>Office 테마</vt:lpstr>
      <vt:lpstr>데이터 전처리 및 딥러닝 모델 적용</vt:lpstr>
      <vt:lpstr>목차</vt:lpstr>
      <vt:lpstr>데이터 전처리</vt:lpstr>
      <vt:lpstr>데이터 전처리</vt:lpstr>
      <vt:lpstr>데이터 전처리</vt:lpstr>
      <vt:lpstr>데이터 전처리</vt:lpstr>
      <vt:lpstr>딥러닝 모델 적용하기</vt:lpstr>
      <vt:lpstr>딥러닝 모델 적용하기</vt:lpstr>
      <vt:lpstr>결과 확인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신준희</dc:creator>
  <cp:lastModifiedBy>신준희</cp:lastModifiedBy>
  <cp:revision>20</cp:revision>
  <dcterms:created xsi:type="dcterms:W3CDTF">2026-04-01T10:24:37Z</dcterms:created>
  <dcterms:modified xsi:type="dcterms:W3CDTF">2026-04-01T10:59:46Z</dcterms:modified>
</cp:coreProperties>
</file>